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0"/>
            <a:ext cx="3733495" cy="6858000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6B8E4E"/>
                </a:solidFill>
                <a:uFill>
                  <a:solidFill>
                    <a:srgbClr val="6B8E4E"/>
                  </a:solidFill>
                </a:u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九典聯合建築事務所</a:t>
            </a:r>
            <a:pPr indent="0" marL="0">
              <a:buNone/>
            </a:pPr>
            <a:r>
              <a:rPr lang="en-US" sz="1600" b="1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·      AI FESTIVAL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761488"/>
            <a:ext cx="8458200" cy="0"/>
          </a:xfrm>
          <a:prstGeom prst="line">
            <a:avLst/>
          </a:prstGeom>
          <a:noFill/>
          <a:ln w="12700">
            <a:solidFill>
              <a:srgbClr val="C9BBA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不用付費 Token，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用訂閱制 AI 幫你寫自動化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在有個 AI Agent 之前，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你可以先有好多個 </a:t>
            </a:r>
            <a:pPr indent="0" marL="0">
              <a:lnSpc>
                <a:spcPct val="115000"/>
              </a:lnSpc>
              <a:buNone/>
            </a:pPr>
            <a:r>
              <a:rPr lang="en-US" sz="1800" b="1" u="sng" dirty="0">
                <a:solidFill>
                  <a:srgbClr val="C75B2B"/>
                </a:solidFill>
                <a:uFill>
                  <a:solidFill>
                    <a:srgbClr val="C75B2B"/>
                  </a:solidFill>
                </a:u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Automated Assistants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ʕ•ᴥ•ʔ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80060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6B8E4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8006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 入門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5650992"/>
            <a:ext cx="2148840" cy="457200"/>
          </a:xfrm>
          <a:prstGeom prst="roundRect">
            <a:avLst>
              <a:gd name="adj" fmla="val 24000"/>
            </a:avLst>
          </a:prstGeom>
          <a:solidFill>
            <a:srgbClr val="F4EDDB"/>
          </a:solidFill>
          <a:ln w="12700">
            <a:solidFill>
              <a:srgbClr val="383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6509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pyRevit / Revit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5650992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F4EDDB"/>
          </a:solidFill>
          <a:ln w="12700">
            <a:solidFill>
              <a:srgbClr val="383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56509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5650992"/>
            <a:ext cx="2514600" cy="457200"/>
          </a:xfrm>
          <a:prstGeom prst="roundRect">
            <a:avLst>
              <a:gd name="adj" fmla="val 24000"/>
            </a:avLst>
          </a:prstGeom>
          <a:solidFill>
            <a:srgbClr val="F4EDDB"/>
          </a:solidFill>
          <a:ln w="12700">
            <a:solidFill>
              <a:srgbClr val="383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5650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Apps Script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5650992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F4EDDB"/>
          </a:solidFill>
          <a:ln w="12700">
            <a:solidFill>
              <a:srgbClr val="383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5650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Office 巨集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6291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給沒寫過程式的同事，如果已經會寫的其實可以不用聽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6656832"/>
            <a:ext cx="1325880" cy="45720"/>
          </a:xfrm>
          <a:prstGeom prst="rect">
            <a:avLst/>
          </a:prstGeom>
          <a:solidFill>
            <a:srgbClr val="C75B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502920"/>
            <a:ext cx="1371600" cy="137160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502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8869680" y="2194560"/>
            <a:ext cx="3154680" cy="1143000"/>
          </a:xfrm>
          <a:prstGeom prst="roundRect">
            <a:avLst>
              <a:gd name="adj" fmla="val 9600"/>
            </a:avLst>
          </a:prstGeom>
          <a:solidFill>
            <a:srgbClr val="FBF7EA"/>
          </a:solidFill>
          <a:ln w="12700">
            <a:solidFill>
              <a:srgbClr val="383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21945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你以為這是你在做枯燥人肉作業時的表情？但它也是終端機準備接收你的指令時的符號！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89720" y="3291840"/>
            <a:ext cx="201168" cy="201168"/>
          </a:xfrm>
          <a:prstGeom prst="ellipse">
            <a:avLst/>
          </a:prstGeom>
          <a:solidFill>
            <a:srgbClr val="FBF7EA"/>
          </a:solidFill>
          <a:ln w="12700">
            <a:solidFill>
              <a:srgbClr val="383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3703320"/>
            <a:ext cx="2788920" cy="2788920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3703320"/>
            <a:ext cx="2788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1 · 為什麼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為什麼要自動化？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2768" y="192938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重複又花時間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72768" y="2276856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批次改圖框、對齊視圖、重編圖紙，一次要點上百下滑鼠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566928" cy="566928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311810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想自動化卻卡關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72768" y="3465576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Revit API、寫程式門檻高，從頭學完黃花菜都涼了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430682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外包又不划算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72768" y="4654296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小工具找人寫成本高，需求還常常邊做邊改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2286000"/>
            <a:ext cx="2743200" cy="2743200"/>
          </a:xfrm>
          <a:prstGeom prst="ellipse">
            <a:avLst/>
          </a:prstGeom>
          <a:solidFill>
            <a:srgbClr val="38322A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22860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上百次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5B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重複點擊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1 · 解法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讓「訂閱制 AI」幫你寫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2768" y="192938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訂閱制，不按量付費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72768" y="2276856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固定月費，不用像 API 那樣擔心 token 越用越燒錢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311810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用中文描述需求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72768" y="3465576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不必先學 Python 或 Revit API，講人話就能開始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430682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它寫、你驗收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72768" y="4654296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產出程式，你只要在 Revit 按 Reload 看效果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2286000"/>
            <a:ext cx="2743200" cy="274320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22860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行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4E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親手寫的程式碼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1 · 準備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需要準備三樣東西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46888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Anthropic 的 AI 編程助手，訂閱制使用。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210312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9300" y="2468880"/>
            <a:ext cx="1005840" cy="1005840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11" name="Text 9"/>
          <p:cNvSpPr/>
          <p:nvPr/>
        </p:nvSpPr>
        <p:spPr>
          <a:xfrm>
            <a:off x="582930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pyRevit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41605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免費，讓 Revit 能跑 Python 外掛的平台。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58200" y="210312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69780" y="2468880"/>
            <a:ext cx="1005840" cy="1005840"/>
          </a:xfrm>
          <a:prstGeom prst="ellipse">
            <a:avLst/>
          </a:prstGeom>
          <a:solidFill>
            <a:srgbClr val="45BFA8"/>
          </a:solidFill>
          <a:ln/>
        </p:spPr>
      </p:sp>
      <p:sp>
        <p:nvSpPr>
          <p:cNvPr id="16" name="Text 14"/>
          <p:cNvSpPr/>
          <p:nvPr/>
        </p:nvSpPr>
        <p:spPr>
          <a:xfrm>
            <a:off x="966978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64108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一個資料夾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32520" y="41605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放在 %APPDATA%\pyRevit\Extensions\ 之下。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1 · 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製作流程：四步循環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6776" y="2697480"/>
            <a:ext cx="822960" cy="82296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6" name="Text 4"/>
          <p:cNvSpPr/>
          <p:nvPr/>
        </p:nvSpPr>
        <p:spPr>
          <a:xfrm>
            <a:off x="1636776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說需求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用中文告訴 AI 你想要的工具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73552" y="2377440"/>
            <a:ext cx="411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39312" y="23774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2697480"/>
            <a:ext cx="822960" cy="822960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76472" y="36576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寫程式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22192" y="40690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IronPython + WPF 介面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35624" y="2377440"/>
            <a:ext cx="411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01384" y="23774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2697480"/>
            <a:ext cx="822960" cy="822960"/>
          </a:xfrm>
          <a:prstGeom prst="ellipse">
            <a:avLst/>
          </a:prstGeom>
          <a:solidFill>
            <a:srgbClr val="45BFA8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38544" y="36576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Reload 測試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84264" y="40690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pyRevit 頁籤按 Reload 看效果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97696" y="2377440"/>
            <a:ext cx="411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63456" y="23774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22992" y="2697480"/>
            <a:ext cx="822960" cy="822960"/>
          </a:xfrm>
          <a:prstGeom prst="ellipse">
            <a:avLst/>
          </a:prstGeom>
          <a:solidFill>
            <a:srgbClr val="3832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222992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500616" y="36576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546336" y="40690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把問題回報給 AI，反覆改到好用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7B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↻  反覆循環，每一輪都更接近好用的工具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B8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9E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現場演示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B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從一句話需求，到一個能用的 Revit 按鈕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418320" y="2103120"/>
            <a:ext cx="2286000" cy="2286000"/>
          </a:xfrm>
          <a:prstGeom prst="ellipse">
            <a:avLst/>
          </a:prstGeom>
          <a:solidFill>
            <a:srgbClr val="C75B2B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做出了 BaF 工具套件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ctr" indent="0" marL="0">
              <a:buNone/>
            </a:pPr>
            <a:r>
              <a:rPr lang="en-US" sz="18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大面板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 · 需求書 · 元件庫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17720" y="21945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75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algn="ctr" indent="0" marL="0">
              <a:buNone/>
            </a:pPr>
            <a:r>
              <a:rPr lang="en-US" sz="18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個工具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84632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都從 Revit 頁籤一鍵啟動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58200" y="21945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4108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5B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≈6000</a:t>
            </a:r>
            <a:pPr algn="ctr" indent="0" marL="0">
              <a:buNone/>
            </a:pPr>
            <a:r>
              <a:rPr lang="en-US" sz="18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行程式碼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68680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全部由 AI 協作產出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7B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接下來：怎麼安裝、更新、有哪些工具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 · 總覽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八個工具，一頁看完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760720" cy="4434840"/>
          </a:xfrm>
          <a:prstGeom prst="roundRect">
            <a:avLst>
              <a:gd name="adj" fmla="val 2062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視圖工具 · 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862072"/>
            <a:ext cx="109728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27889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視圖對齊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703320"/>
            <a:ext cx="109728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63016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批次套用視圖屬性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4544568"/>
            <a:ext cx="109728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47141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批次更改圖框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862072"/>
            <a:ext cx="109728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4" name="Text 12"/>
          <p:cNvSpPr/>
          <p:nvPr/>
        </p:nvSpPr>
        <p:spPr>
          <a:xfrm>
            <a:off x="4005072" y="27889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批次新增/編輯圖紙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49040" y="3703320"/>
            <a:ext cx="109728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6" name="Text 14"/>
          <p:cNvSpPr/>
          <p:nvPr/>
        </p:nvSpPr>
        <p:spPr>
          <a:xfrm>
            <a:off x="4005072" y="363016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視圖配對上圖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4544568"/>
            <a:ext cx="109728" cy="4572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8" name="Text 16"/>
          <p:cNvSpPr/>
          <p:nvPr/>
        </p:nvSpPr>
        <p:spPr>
          <a:xfrm>
            <a:off x="4005072" y="447141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取消元素隱藏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2514600" cy="4434840"/>
          </a:xfrm>
          <a:prstGeom prst="roundRect">
            <a:avLst>
              <a:gd name="adj" fmla="val 3636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2011680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C75B2B"/>
          </a:solidFill>
          <a:ln w="12700">
            <a:solidFill>
              <a:srgbClr val="C75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需求書工具 ·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需求書查閱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側邊視窗查閱統包需求書 PDF / Word / Excel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18320" y="1783080"/>
            <a:ext cx="2514600" cy="4434840"/>
          </a:xfrm>
          <a:prstGeom prst="roundRect">
            <a:avLst>
              <a:gd name="adj" fmla="val 3636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46920" y="201168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45BFA8"/>
          </a:solidFill>
          <a:ln w="12700">
            <a:solidFill>
              <a:srgbClr val="45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元件庫 · 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4692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族群瀏覽器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692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瀏覽本案族群／圖框資料夾，一鍵載入並放置 .rfa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 · 視圖工具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視圖工具（6 個）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118872" cy="169164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029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視圖對齊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9848" y="2542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以樣板圖紙為基準，對齊各圖紙同類型 Viewport 位置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828800"/>
            <a:ext cx="118872" cy="169164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2029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批次套用視圖屬性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91456" y="2542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一次套用 Scope Box、視圖樣板等，屬性可獨立勾選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0456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0456" y="1828800"/>
            <a:ext cx="118872" cy="169164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4" name="Text 12"/>
          <p:cNvSpPr/>
          <p:nvPr/>
        </p:nvSpPr>
        <p:spPr>
          <a:xfrm>
            <a:off x="8513064" y="2029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批次更改圖框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13064" y="2542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一次更換多張圖紙圖框，可換類型、替換 Family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13048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13048"/>
            <a:ext cx="118872" cy="169164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" y="40142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批次新增/編輯圖紙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69848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批次建立或重編號圖紙，支援 Excel 貼上、規則生成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98848" y="3813048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3813048"/>
            <a:ext cx="118872" cy="169164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40142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視圖配對上圖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791456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用連連看的方式把多個視圖配對放到圖紙上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0456" y="3813048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0456" y="3813048"/>
            <a:ext cx="118872" cy="169164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26" name="Text 24"/>
          <p:cNvSpPr/>
          <p:nvPr/>
        </p:nvSpPr>
        <p:spPr>
          <a:xfrm>
            <a:off x="8513064" y="40142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取消元素隱藏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513064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一鍵取消被直接隱藏的元素，不影響視圖樣板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 · 其他面板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需求書工具 ＋ 元件庫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74920" cy="3383280"/>
          </a:xfrm>
          <a:prstGeom prst="roundRect">
            <a:avLst>
              <a:gd name="adj" fmla="val 2703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028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C75B2B"/>
          </a:solidFill>
          <a:ln w="12700">
            <a:solidFill>
              <a:srgbClr val="C75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需求書查閱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5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Specs.panel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Revit 內開側邊視窗，直接查閱統包需求書的 PDF / Word / Excel，邊建模邊對需求，不用切視窗。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074920" cy="3383280"/>
          </a:xfrm>
          <a:prstGeom prst="roundRect">
            <a:avLst>
              <a:gd name="adj" fmla="val 2703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224028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45BFA8"/>
          </a:solidFill>
          <a:ln w="12700">
            <a:solidFill>
              <a:srgbClr val="45B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族群瀏覽器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6656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Families.panel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9776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連到本案的族群／圖框資料夾，在 Revit 內瀏覽 .rfa，一鍵「載入」或「載入並放置」，不必再翻資料夾。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 · 安裝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怎麼安裝（同事端）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2768" y="1837944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先裝好 pyRevit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72768" y="2185416"/>
            <a:ext cx="5971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若電腦還沒有，到 pyRevit 官網下載安裝（免費）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2843784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貼上一行安裝指令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72768" y="3191256"/>
            <a:ext cx="5971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開「命令提示字元」，貼上下方指令並執行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3849624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 Revit 按 Reload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72768" y="4197096"/>
            <a:ext cx="5971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pyRevit 頁籤 → Reload，上方就會出現「BaF」頁籤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3832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920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4E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pyrevit extend ui BaF https://github.com/b00204002-spec/BaF.extension.git --branch=main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58064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EADFC6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806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B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repo，任何同事都能直接安裝，免加協作者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 · 更新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58952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怎麼更新（大家同一版）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你（發佈）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改完工具後，把變更推到 GitHub：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342900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38322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42900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E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E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"改了什麼"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E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BF7EA"/>
          </a:solidFill>
          <a:ln w="12700">
            <a:solidFill>
              <a:srgbClr val="D8CBA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219456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C75B2B"/>
          </a:solidFill>
          <a:ln w="12700">
            <a:solidFill>
              <a:srgbClr val="C75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同事（取得）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 A：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Revit → pyRevit → Extensions，按 Update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38404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 B：</a:t>
            </a:r>
            <a:pPr indent="0" marL="0">
              <a:buNone/>
            </a:pPr>
            <a:r>
              <a:rPr lang="en-US" sz="1400" dirty="0">
                <a:solidFill>
                  <a:srgbClr val="8A7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命令列執行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4251960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38322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4251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4E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pyrevit extensions update --all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7B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更新後回 Revit 按一次 Reload 即可。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75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77724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開始用吧！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E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重複的事交給工具，把時間留給設計。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E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有問題、想加新工具  →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 Shiuan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09760" y="2194560"/>
            <a:ext cx="2194560" cy="219456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0" y="21945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B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BaF 工具套件 — Claude Code 入門 + 使用說明</dc:title>
  <dc:subject>PptxGenJS Presentation</dc:subject>
  <dc:creator>Shiuan</dc:creator>
  <cp:lastModifiedBy>Shiuan</cp:lastModifiedBy>
  <cp:revision>1</cp:revision>
  <dcterms:created xsi:type="dcterms:W3CDTF">2026-05-29T04:17:50Z</dcterms:created>
  <dcterms:modified xsi:type="dcterms:W3CDTF">2026-05-29T04:17:50Z</dcterms:modified>
</cp:coreProperties>
</file>